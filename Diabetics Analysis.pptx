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3" r:id="rId6"/>
    <p:sldId id="266" r:id="rId7"/>
    <p:sldId id="265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367" y="0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Diabetics    Analysis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7398" y="4569372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Abhinav 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0CADAE-00DB-DC6D-8683-E5473EFFE21D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38DEF-BC74-7D7A-F07A-50FA652F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08501A-6666-6AA6-73B6-1168F1771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04ED2737-1C61-0234-0B00-00EA8D52C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6C797F-2C1F-6318-44DF-D2AD59314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C3380F1-FCE6-A797-87FF-1237E1689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7398" y="1267130"/>
            <a:ext cx="10058400" cy="3566160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INTRODUCTION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The dataset in Power BI is created for analysis &amp; practice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Random, glucose and diabetic risk values are generated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It helps to identify risk factor regarding to age of patients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rgbClr val="FFFFFF"/>
                </a:solidFill>
              </a:rPr>
            </a:br>
            <a:endParaRPr lang="en-IN"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042CBB-50B9-22B7-6C9B-BBB4E330D8A5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26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AE3CC-26A8-82D4-ED6E-5E463BEA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B9E2F79-D088-1CCE-F2FB-E70FCEDDF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D0CEFC08-009D-B294-5C97-A398E634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C68E73-8041-1751-EB1C-D5E57B4CE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83A95682-B81F-5E81-59F0-91DB170D0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7398" y="1267130"/>
            <a:ext cx="10058400" cy="356616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DATSET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DESCRIPTION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- Dataset is provided from website called Kaggle in web browser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- The dataset includes various patient health measurements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rgbClr val="FFFFFF"/>
                </a:solidFill>
              </a:rPr>
            </a:br>
            <a:endParaRPr lang="en-IN"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F546EA-FD62-FF89-D855-9616777347E8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78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E9B7A-B951-4E9B-21A8-52C19227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9FDE41A-AB79-16C8-7A34-2D87601D7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B349FA5A-F3A2-2AD1-E7CA-F08F93E7F1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73B6E0-0C88-6A3E-EE6E-5A80F8035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92A5787B-7D9C-03B0-A22D-DC021BD49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9160" y="1079158"/>
            <a:ext cx="10058400" cy="354227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 DATA MODEL OVERVIEW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- This dataset contains one fact table and two dimension tables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- The tables are connected by the use of </a:t>
            </a:r>
            <a:r>
              <a:rPr lang="en-US" sz="2000" b="1" i="1" dirty="0">
                <a:solidFill>
                  <a:schemeClr val="tx1"/>
                </a:solidFill>
              </a:rPr>
              <a:t>star schema</a:t>
            </a:r>
            <a:r>
              <a:rPr lang="en-US" sz="2000" b="1" dirty="0">
                <a:solidFill>
                  <a:schemeClr val="tx1"/>
                </a:solidFill>
              </a:rPr>
              <a:t> in model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C23520-B55B-52C7-F3DD-A29799997484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8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EBBBF-46A4-AF13-F76E-E0600EE15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4AEC6E-C484-0CD5-974B-238EA6CE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E1EFA092-5927-EDCF-3B3A-2E94A49E31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C736E36-30BA-4985-0751-4665FE32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541C710-289A-9712-A8E2-4B7982304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9160" y="1135324"/>
            <a:ext cx="10058400" cy="3566160"/>
          </a:xfrm>
        </p:spPr>
        <p:txBody>
          <a:bodyPr>
            <a:normAutofit/>
          </a:bodyPr>
          <a:lstStyle/>
          <a:p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INSIGHTS &amp; RECOMMENDATIONS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 - Patients with high obesity shows more chance for the disease 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 - Diabetes cases increase in middle aged people than young ones</a:t>
            </a:r>
            <a:br>
              <a:rPr lang="en-US" sz="2000" b="1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E6F36F-BDE1-C87B-A111-C49EE182A489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6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46F6B-47E6-ADB2-8634-5DE3D983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A598B5-B122-1B35-CB66-2A251EA7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17F2BEF0-5674-C826-61B5-59E123D318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3037399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076A52-8A89-FE1C-49C2-DA4BE740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8CE00736-9A15-5024-CB49-15FA50FBA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7398" y="1474572"/>
            <a:ext cx="10058400" cy="222189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 CONCLUSION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2000" b="1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F6D903-92ED-3B81-D7E1-7CFEA671F585}"/>
              </a:ext>
            </a:extLst>
          </p:cNvPr>
          <p:cNvCxnSpPr>
            <a:cxnSpLocks/>
          </p:cNvCxnSpPr>
          <p:nvPr/>
        </p:nvCxnSpPr>
        <p:spPr>
          <a:xfrm flipH="1">
            <a:off x="3037398" y="4498925"/>
            <a:ext cx="91546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665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{752E692D-5216-4143-8509-514A5C81C32E}TFf0a5ceae-4542-492d-822e-d65a94fb0e1e3b562c5a_win32-009a0557e699</Template>
  <TotalTime>134</TotalTime>
  <Words>162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Bookman Old Style</vt:lpstr>
      <vt:lpstr>Calibri</vt:lpstr>
      <vt:lpstr>Franklin Gothic Book</vt:lpstr>
      <vt:lpstr>Custom</vt:lpstr>
      <vt:lpstr>Diabetics    Analysis</vt:lpstr>
      <vt:lpstr>  INTRODUCTION     - The dataset in Power BI is created for analysis &amp; practice   - Random, glucose and diabetic risk values are generated   - It helps to identify risk factor regarding to age of patients  </vt:lpstr>
      <vt:lpstr>  DATSET DESCRIPTION    - Dataset is provided from website called Kaggle in web browser  - The dataset includes various patient health measurements  </vt:lpstr>
      <vt:lpstr> DATA MODEL OVERVIEW .  - This dataset contains one fact table and two dimension tables  - The tables are connected by the use of star schema in model </vt:lpstr>
      <vt:lpstr>  INSIGHTS &amp; RECOMMENDATIONS     - Patients with high obesity shows more chance for the disease    - Diabetes cases increase in middle aged people than young ones </vt:lpstr>
      <vt:lpstr> CONCLUSION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Kumar</dc:creator>
  <cp:lastModifiedBy>Sunil Kumar</cp:lastModifiedBy>
  <cp:revision>7</cp:revision>
  <dcterms:created xsi:type="dcterms:W3CDTF">2026-02-02T15:19:26Z</dcterms:created>
  <dcterms:modified xsi:type="dcterms:W3CDTF">2026-02-04T06:27:39Z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